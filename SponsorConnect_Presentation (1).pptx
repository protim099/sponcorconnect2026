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96C7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37744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DESIGN PROJECT II  •  CSE 3200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SponsorConnect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Sponsorship Matching Platform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Seekers &amp; Sponsors through intelligent NLP-powered matchmaking,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scoring, and a structured sponsorship discovery ecosystem.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44398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Pranto Protim Baidya   •   Hredoy Romoald Rozario   •   Mustakim Ibne Razzaque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Musfeca Aktar Nafela   •   Touhid Islam Tajim   •   Syed Fahmid Foysal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599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Atanu Shuvam Roy  |  Lecturer, Dept. of CSE, ULAB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60120" y="841248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14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Sponsorship Discovery is Broken Today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417320"/>
            <a:ext cx="384048" cy="384048"/>
          </a:xfrm>
          <a:prstGeom prst="rect">
            <a:avLst/>
          </a:prstGeom>
          <a:solidFill>
            <a:srgbClr val="0096C7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44752" y="1435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seekers rely on unstructured cold outreach — DMs and emails with low success rates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075688"/>
            <a:ext cx="384048" cy="384048"/>
          </a:xfrm>
          <a:prstGeom prst="rect">
            <a:avLst/>
          </a:prstGeom>
          <a:solidFill>
            <a:srgbClr val="0096C7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44752" y="20939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have no reliable way to discover relevant creators or events aligned with their goals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0120" y="2734056"/>
            <a:ext cx="384048" cy="384048"/>
          </a:xfrm>
          <a:prstGeom prst="rect">
            <a:avLst/>
          </a:prstGeom>
          <a:solidFill>
            <a:srgbClr val="0096C7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44752" y="27523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process is manual, slow, and highly inefficient for both parties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60120" y="3392424"/>
            <a:ext cx="384048" cy="384048"/>
          </a:xfrm>
          <a:prstGeom prst="rect">
            <a:avLst/>
          </a:prstGeom>
          <a:solidFill>
            <a:srgbClr val="0096C7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44752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platform provides AI-driven, bidirectional sponsorship matching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60120" y="4050792"/>
            <a:ext cx="384048" cy="384048"/>
          </a:xfrm>
          <a:prstGeom prst="rect">
            <a:avLst/>
          </a:prstGeom>
          <a:solidFill>
            <a:srgbClr val="0096C7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44752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are publicly exposed, raising privacy and trust concerns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56032"/>
            <a:ext cx="5029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— Why?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91440" cy="1627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Untapped Market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content creators, event organizers, and brands struggle to find each other — a structured platform unlocks significant value.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91440" cy="1627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It Possible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embeddings and cosine similarity enable precise, automated relevance scoring that manual curation cannot match.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91440" cy="1627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Missing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trust scoring aggregates reviews into structured profiles, reducing fraud and encouraging confident partnerships.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26080"/>
            <a:ext cx="91440" cy="1627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Ecosystem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ad-hoc outreach with a structured, data-backed workflow benefits all stakeholders — seekers, sponsors, and admins.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Built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60120" y="841248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14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SponsorConnect v1.0 — Core Deliverables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Specification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3533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Feature Design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1737360"/>
            <a:ext cx="3703320" cy="685800"/>
          </a:xfrm>
          <a:prstGeom prst="rect">
            <a:avLst/>
          </a:prstGeom>
          <a:solidFill>
            <a:srgbClr val="11223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810512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full SRS with 48 functional and 13 non-functional requirements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2542032"/>
            <a:ext cx="3703320" cy="685800"/>
          </a:xfrm>
          <a:prstGeom prst="rect">
            <a:avLst/>
          </a:prstGeom>
          <a:solidFill>
            <a:srgbClr val="11223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615184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multi-tier cloud-native system architecture (API Gateway → Services → AI → Data)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3346704"/>
            <a:ext cx="3703320" cy="685800"/>
          </a:xfrm>
          <a:prstGeom prst="rect">
            <a:avLst/>
          </a:prstGeom>
          <a:solidFill>
            <a:srgbClr val="11223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419856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AI Matching Engine using NLP embeddings and cosine similarity scoring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1737360"/>
            <a:ext cx="3703320" cy="685800"/>
          </a:xfrm>
          <a:prstGeom prst="rect">
            <a:avLst/>
          </a:prstGeom>
          <a:solidFill>
            <a:srgbClr val="11223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1810512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AI Trust Scoring Engine that classifies users as Trusted / Neutral / Risky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2542032"/>
            <a:ext cx="3703320" cy="685800"/>
          </a:xfrm>
          <a:prstGeom prst="rect">
            <a:avLst/>
          </a:prstGeom>
          <a:solidFill>
            <a:srgbClr val="11223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2615184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bidirectional matching flow for both Seekers and Sponsors with ranked results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3346704"/>
            <a:ext cx="3703320" cy="685800"/>
          </a:xfrm>
          <a:prstGeom prst="rect">
            <a:avLst/>
          </a:prstGeom>
          <a:solidFill>
            <a:srgbClr val="11223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3419856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identity protection, slot management, and RBAC-enforced access control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56032"/>
            <a:ext cx="5029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What to Show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12471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881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Role Selection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13807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Seeker and a Sponsor signing up, choosing their role, and completing their profiles.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0652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065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8699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Campaign Creation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21625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creates a sponsorship request; Sponsor creates a campaign with slots and requirements.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651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Trigger &amp; Ranked Results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29443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selects a post, triggers AI matching — display the ranked sponsor campaigns with % scores.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7014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701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4335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Offer &amp; Slot Management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4400" y="37261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applies to a campaign; Sponsor accepts — show slot count decrement and status change notification.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2153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Review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" y="45079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completed sponsorship, both parties submit reviews — display the AI-generated Trust Profile.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I Use It?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60120" y="841248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14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Every Stakeholder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353312"/>
            <a:ext cx="2514600" cy="3520440"/>
          </a:xfrm>
          <a:prstGeom prst="rect">
            <a:avLst/>
          </a:prstGeom>
          <a:solidFill>
            <a:srgbClr val="0A2540"/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353312"/>
            <a:ext cx="2514600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3533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Seekers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1874520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AI-ranked sponsor matches tailored to your post — no cold outreach needed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788920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application status in one place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contact details only when there's a mutual match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1353312"/>
            <a:ext cx="2514600" cy="3520440"/>
          </a:xfrm>
          <a:prstGeom prst="rect">
            <a:avLst/>
          </a:prstGeom>
          <a:solidFill>
            <a:srgbClr val="0A254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353312"/>
            <a:ext cx="25146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3533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Sponsors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94760" y="1874520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most relevant creators/events for your campaign goals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2788920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Slot-based management prevents over-commitment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94760" y="3703320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Profiles help you evaluate partners before engaging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353312"/>
            <a:ext cx="2514600" cy="3520440"/>
          </a:xfrm>
          <a:prstGeom prst="rect">
            <a:avLst/>
          </a:prstGeom>
          <a:solidFill>
            <a:srgbClr val="0A2540"/>
          </a:solidFill>
          <a:ln w="15240">
            <a:solidFill>
              <a:srgbClr val="48C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353312"/>
            <a:ext cx="2514600" cy="42062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3533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Platform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1874520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GDPR-compliant with bcrypt passwords and encrypted contacts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788920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uptime SLA on cloud-hosted, crash-safe architecture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3703320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with real-time analytics and content moderation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56032"/>
            <a:ext cx="5029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— What Could Be Better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1945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29260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005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CURRENT 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005840"/>
            <a:ext cx="338328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005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IMPROVEMENT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25880"/>
            <a:ext cx="219456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1732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325880"/>
            <a:ext cx="292608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4173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SSE / polling for notifications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1325880"/>
            <a:ext cx="338328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41732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fully to WebSockets for truly real-time, bidirectional push notifications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05740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14884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Transparency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14600" y="2057400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7752" y="2148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score shown but not explained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0" y="2057400"/>
            <a:ext cx="3383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14884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explainable AI outputs — highlight which keywords drove the match score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2788920"/>
            <a:ext cx="219456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88036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Monetization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2788920"/>
            <a:ext cx="292608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7752" y="2880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out of scope in Phase 1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0" y="2788920"/>
            <a:ext cx="338328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8803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payment-based unlock and slot purchases in Phase 2 for revenue generation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352044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6118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520440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87752" y="36118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only — no native iOS/Android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0" y="3520440"/>
            <a:ext cx="3383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36118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native apps in Phase 2 for push notifications, better UX, and wider reach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219456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34340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Spam Prevention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14600" y="4251960"/>
            <a:ext cx="292608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87752" y="43434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moderation is manual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0" y="4251960"/>
            <a:ext cx="338328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434340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AI-powered automated fraud detection and spam filtering at scale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56032"/>
            <a:ext cx="5029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24128"/>
            <a:ext cx="24688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515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24128"/>
            <a:ext cx="24688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0515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1722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8503920" cy="786384"/>
          </a:xfrm>
          <a:prstGeom prst="rect">
            <a:avLst/>
          </a:prstGeom>
          <a:solidFill>
            <a:srgbClr val="E4F4FA"/>
          </a:solidFill>
          <a:ln w="6350">
            <a:solidFill>
              <a:srgbClr val="C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212848"/>
            <a:ext cx="109728" cy="7863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&amp; Intelligent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596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SponsorConnect replaces chaotic cold outreach with an AI-driven, data-backed matching ecosystem for both seekers and sponsors.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8503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108960"/>
            <a:ext cx="109728" cy="7863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821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49300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compliance, bcrypt password hashing, encrypted contacts, and RBAC enforcement are built into every layer of the architecture.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005072"/>
            <a:ext cx="8503920" cy="786384"/>
          </a:xfrm>
          <a:prstGeom prst="rect">
            <a:avLst/>
          </a:prstGeom>
          <a:solidFill>
            <a:srgbClr val="E4F4FA"/>
          </a:solidFill>
          <a:ln w="6350">
            <a:solidFill>
              <a:srgbClr val="C0D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005072"/>
            <a:ext cx="109728" cy="7863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Foundation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3891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cloud-native microservices design supports 50,000+ users and 10,000+ concurrent posts, with a clear Phase 2 roadmap ahead.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96C7">
              <a:alpha val="20000"/>
            </a:srgbClr>
          </a:solidFill>
          <a:ln w="12700">
            <a:solidFill>
              <a:srgbClr val="0096C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50292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3200400" y="210312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SponsorConnect — Connecting the Right Sponsors with the Right Seekers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hear your thoughts and feedback.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2423160" cy="402336"/>
          </a:xfrm>
          <a:prstGeom prst="rect">
            <a:avLst/>
          </a:prstGeom>
          <a:solidFill>
            <a:srgbClr val="0A254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8561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223014222  </a:t>
            </a:r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Pranto Protim Baidya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64992" y="3749040"/>
            <a:ext cx="2423160" cy="402336"/>
          </a:xfrm>
          <a:prstGeom prst="rect">
            <a:avLst/>
          </a:prstGeom>
          <a:solidFill>
            <a:srgbClr val="0A254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378561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233014220  </a:t>
            </a:r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Hredoy Romoald Rozario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98464" y="3749040"/>
            <a:ext cx="2423160" cy="402336"/>
          </a:xfrm>
          <a:prstGeom prst="rect">
            <a:avLst/>
          </a:prstGeom>
          <a:solidFill>
            <a:srgbClr val="0A254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378561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233014221  </a:t>
            </a:r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Mustakim Ibne Razzaque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2423160" cy="402336"/>
          </a:xfrm>
          <a:prstGeom prst="rect">
            <a:avLst/>
          </a:prstGeom>
          <a:solidFill>
            <a:srgbClr val="0A254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8853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233014180  </a:t>
            </a:r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Musfeca Aktar Nafela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64992" y="4251960"/>
            <a:ext cx="2423160" cy="402336"/>
          </a:xfrm>
          <a:prstGeom prst="rect">
            <a:avLst/>
          </a:prstGeom>
          <a:solidFill>
            <a:srgbClr val="0A254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428853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233014136  </a:t>
            </a:r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Touhid Islam Tajim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98464" y="4251960"/>
            <a:ext cx="2423160" cy="402336"/>
          </a:xfrm>
          <a:prstGeom prst="rect">
            <a:avLst/>
          </a:prstGeom>
          <a:solidFill>
            <a:srgbClr val="0A254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428853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233014047  </a:t>
            </a:r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Fahmid Foysal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SponsorConnect – AI-Assisted Sponsorship Matching Platform</dc:title>
  <dc:subject>PptxGenJS Presentation</dc:subject>
  <dc:creator>PptxGenJS</dc:creator>
  <cp:lastModifiedBy>PptxGenJS</cp:lastModifiedBy>
  <cp:revision>1</cp:revision>
  <dcterms:created xsi:type="dcterms:W3CDTF">2026-04-23T00:41:28Z</dcterms:created>
  <dcterms:modified xsi:type="dcterms:W3CDTF">2026-04-23T00:41:28Z</dcterms:modified>
</cp:coreProperties>
</file>